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1097280" cy="73152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Startup Funding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A311"/>
                </a:solidFill>
              </a:rPr>
              <a:t>Kahan, kisko aur kitna funding mila — data se insights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Navya Vashistha  |  B.Tech CSE (Data Science &amp; Big Data Analytics)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ka startup ecosystem tezi se grow hua — par funding sab sectors aur cities mein barabar nahi hai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funding data ko clean karke trends, top sectors, cities aur investors identify karna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founders aur investors ke liye actionable, data-backed insights nikalna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2D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[Dataset source, years covered, total records]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2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[Tools: Python / SQL / Power BI etc.]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aur duplicate records handle kiye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amounts ko ek standard currency/unit mein convert kiya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city aur sector names ko standardize kiya (spelling variations merge)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dataset tayyar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Answered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Saal-dar-saal funding trend kya hai?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Kaunse sectors sabse zyada funding le rahe hain?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331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Kaunse cities startup hubs hain?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2331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investors kaun hain?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84048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474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rounds ka stage-wise distribution?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Funding Trend Over Years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9377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2D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[Yahan trend chart daalo]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188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</a:rPr>
              <a:t>Key takeaway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6002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[Peak year, growth/decline %, reason]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Top Sectors &amp; Cities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2D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 sectors chart]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CBD2D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 cities chart]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finding 1]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finding 2]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ke liye: high-funding sectors aur hubs par focus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ke liye: under-funded but growing sectors mein opportunity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A311"/>
                </a:solidFill>
              </a:rPr>
              <a:t>github.com/Navya2057/Data-Analytics-Journey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Startup Funding Analysis</dc:title>
  <dc:subject>PptxGenJS Presentation</dc:subject>
  <dc:creator>Navya Vashistha</dc:creator>
  <cp:lastModifiedBy>Navya Vashistha</cp:lastModifiedBy>
  <cp:revision>1</cp:revision>
  <dcterms:created xsi:type="dcterms:W3CDTF">2026-10-20T10:48:41Z</dcterms:created>
  <dcterms:modified xsi:type="dcterms:W3CDTF">2026-10-20T10:48:41Z</dcterms:modified>
</cp:coreProperties>
</file>